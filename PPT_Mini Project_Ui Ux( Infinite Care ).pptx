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6A974-8AE8-44C5-859D-1D9866D300F8}" v="2" dt="2026-10-04T19:33:32.0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iksha Ravikumar" userId="5be8ad3856addc8f" providerId="LiveId" clId="{7C929654-9FEC-4194-B1D7-DEF4C8BFC4DB}"/>
    <pc:docChg chg="undo custSel addSld delSld modSld">
      <pc:chgData name="Prathiksha Ravikumar" userId="5be8ad3856addc8f" providerId="LiveId" clId="{7C929654-9FEC-4194-B1D7-DEF4C8BFC4DB}" dt="2026-10-04T19:37:44.668" v="75" actId="1076"/>
      <pc:docMkLst>
        <pc:docMk/>
      </pc:docMkLst>
      <pc:sldChg chg="addSp delSp modSp mod modClrScheme chgLayout">
        <pc:chgData name="Prathiksha Ravikumar" userId="5be8ad3856addc8f" providerId="LiveId" clId="{7C929654-9FEC-4194-B1D7-DEF4C8BFC4DB}" dt="2026-10-04T19:35:33.076" v="49" actId="1076"/>
        <pc:sldMkLst>
          <pc:docMk/>
          <pc:sldMk cId="4081012601" sldId="256"/>
        </pc:sldMkLst>
        <pc:spChg chg="del mod">
          <ac:chgData name="Prathiksha Ravikumar" userId="5be8ad3856addc8f" providerId="LiveId" clId="{7C929654-9FEC-4194-B1D7-DEF4C8BFC4DB}" dt="2026-10-04T19:32:12.487" v="13" actId="21"/>
          <ac:spMkLst>
            <pc:docMk/>
            <pc:sldMk cId="4081012601" sldId="256"/>
            <ac:spMk id="2" creationId="{DEC1D1B0-8CE8-47E8-AF46-8E8D91AC0120}"/>
          </ac:spMkLst>
        </pc:spChg>
        <pc:spChg chg="del">
          <ac:chgData name="Prathiksha Ravikumar" userId="5be8ad3856addc8f" providerId="LiveId" clId="{7C929654-9FEC-4194-B1D7-DEF4C8BFC4DB}" dt="2026-10-04T19:32:16.299" v="15" actId="478"/>
          <ac:spMkLst>
            <pc:docMk/>
            <pc:sldMk cId="4081012601" sldId="256"/>
            <ac:spMk id="3" creationId="{F85FD6DE-8516-4395-9882-C69CDB18D43D}"/>
          </ac:spMkLst>
        </pc:spChg>
        <pc:spChg chg="add del mod">
          <ac:chgData name="Prathiksha Ravikumar" userId="5be8ad3856addc8f" providerId="LiveId" clId="{7C929654-9FEC-4194-B1D7-DEF4C8BFC4DB}" dt="2026-10-04T19:33:30.970" v="28" actId="21"/>
          <ac:spMkLst>
            <pc:docMk/>
            <pc:sldMk cId="4081012601" sldId="256"/>
            <ac:spMk id="6" creationId="{DAAEBA3D-E8DA-5AA2-EA42-C4734C56BA35}"/>
          </ac:spMkLst>
        </pc:spChg>
        <pc:spChg chg="add del mod">
          <ac:chgData name="Prathiksha Ravikumar" userId="5be8ad3856addc8f" providerId="LiveId" clId="{7C929654-9FEC-4194-B1D7-DEF4C8BFC4DB}" dt="2026-10-04T19:33:34.697" v="31"/>
          <ac:spMkLst>
            <pc:docMk/>
            <pc:sldMk cId="4081012601" sldId="256"/>
            <ac:spMk id="7" creationId="{531F8A8B-2079-5E47-EE1C-6DAAD0E97957}"/>
          </ac:spMkLst>
        </pc:spChg>
        <pc:picChg chg="add del mod">
          <ac:chgData name="Prathiksha Ravikumar" userId="5be8ad3856addc8f" providerId="LiveId" clId="{7C929654-9FEC-4194-B1D7-DEF4C8BFC4DB}" dt="2026-10-04T19:35:02.779" v="43" actId="478"/>
          <ac:picMkLst>
            <pc:docMk/>
            <pc:sldMk cId="4081012601" sldId="256"/>
            <ac:picMk id="5" creationId="{FBA9693E-DFB5-6B96-DE97-325C45F1B36A}"/>
          </ac:picMkLst>
        </pc:picChg>
        <pc:picChg chg="add mod">
          <ac:chgData name="Prathiksha Ravikumar" userId="5be8ad3856addc8f" providerId="LiveId" clId="{7C929654-9FEC-4194-B1D7-DEF4C8BFC4DB}" dt="2026-10-04T19:35:33.076" v="49" actId="1076"/>
          <ac:picMkLst>
            <pc:docMk/>
            <pc:sldMk cId="4081012601" sldId="256"/>
            <ac:picMk id="9" creationId="{8B153D24-7772-087A-7353-A799C18F891B}"/>
          </ac:picMkLst>
        </pc:picChg>
      </pc:sldChg>
      <pc:sldChg chg="addSp modSp mod">
        <pc:chgData name="Prathiksha Ravikumar" userId="5be8ad3856addc8f" providerId="LiveId" clId="{7C929654-9FEC-4194-B1D7-DEF4C8BFC4DB}" dt="2026-10-04T19:35:47.986" v="54" actId="1076"/>
        <pc:sldMkLst>
          <pc:docMk/>
          <pc:sldMk cId="3968679040" sldId="257"/>
        </pc:sldMkLst>
        <pc:picChg chg="add mod">
          <ac:chgData name="Prathiksha Ravikumar" userId="5be8ad3856addc8f" providerId="LiveId" clId="{7C929654-9FEC-4194-B1D7-DEF4C8BFC4DB}" dt="2026-10-04T19:35:47.986" v="54" actId="1076"/>
          <ac:picMkLst>
            <pc:docMk/>
            <pc:sldMk cId="3968679040" sldId="257"/>
            <ac:picMk id="5" creationId="{D733F383-010A-DC11-100D-6C774D5578F2}"/>
          </ac:picMkLst>
        </pc:picChg>
      </pc:sldChg>
      <pc:sldChg chg="addSp modSp mod">
        <pc:chgData name="Prathiksha Ravikumar" userId="5be8ad3856addc8f" providerId="LiveId" clId="{7C929654-9FEC-4194-B1D7-DEF4C8BFC4DB}" dt="2026-10-04T19:36:18.715" v="60" actId="1076"/>
        <pc:sldMkLst>
          <pc:docMk/>
          <pc:sldMk cId="953533472" sldId="258"/>
        </pc:sldMkLst>
        <pc:picChg chg="add mod">
          <ac:chgData name="Prathiksha Ravikumar" userId="5be8ad3856addc8f" providerId="LiveId" clId="{7C929654-9FEC-4194-B1D7-DEF4C8BFC4DB}" dt="2026-10-04T19:36:18.715" v="60" actId="1076"/>
          <ac:picMkLst>
            <pc:docMk/>
            <pc:sldMk cId="953533472" sldId="258"/>
            <ac:picMk id="5" creationId="{F5BC776C-44BB-DEBA-F648-F3B2E30C8683}"/>
          </ac:picMkLst>
        </pc:picChg>
      </pc:sldChg>
      <pc:sldChg chg="addSp modSp mod">
        <pc:chgData name="Prathiksha Ravikumar" userId="5be8ad3856addc8f" providerId="LiveId" clId="{7C929654-9FEC-4194-B1D7-DEF4C8BFC4DB}" dt="2026-10-04T19:36:35.286" v="63" actId="1076"/>
        <pc:sldMkLst>
          <pc:docMk/>
          <pc:sldMk cId="160244299" sldId="259"/>
        </pc:sldMkLst>
        <pc:picChg chg="add mod">
          <ac:chgData name="Prathiksha Ravikumar" userId="5be8ad3856addc8f" providerId="LiveId" clId="{7C929654-9FEC-4194-B1D7-DEF4C8BFC4DB}" dt="2026-10-04T19:36:35.286" v="63" actId="1076"/>
          <ac:picMkLst>
            <pc:docMk/>
            <pc:sldMk cId="160244299" sldId="259"/>
            <ac:picMk id="5" creationId="{ECEE9688-39FD-DB9A-272F-5A2243709C0C}"/>
          </ac:picMkLst>
        </pc:picChg>
      </pc:sldChg>
      <pc:sldChg chg="addSp modSp mod">
        <pc:chgData name="Prathiksha Ravikumar" userId="5be8ad3856addc8f" providerId="LiveId" clId="{7C929654-9FEC-4194-B1D7-DEF4C8BFC4DB}" dt="2026-10-04T19:37:00.886" v="67" actId="1076"/>
        <pc:sldMkLst>
          <pc:docMk/>
          <pc:sldMk cId="1235007518" sldId="260"/>
        </pc:sldMkLst>
        <pc:picChg chg="add mod">
          <ac:chgData name="Prathiksha Ravikumar" userId="5be8ad3856addc8f" providerId="LiveId" clId="{7C929654-9FEC-4194-B1D7-DEF4C8BFC4DB}" dt="2026-10-04T19:37:00.886" v="67" actId="1076"/>
          <ac:picMkLst>
            <pc:docMk/>
            <pc:sldMk cId="1235007518" sldId="260"/>
            <ac:picMk id="5" creationId="{CFE47BC6-6B25-BF93-D974-1548393729E4}"/>
          </ac:picMkLst>
        </pc:picChg>
      </pc:sldChg>
      <pc:sldChg chg="addSp modSp mod">
        <pc:chgData name="Prathiksha Ravikumar" userId="5be8ad3856addc8f" providerId="LiveId" clId="{7C929654-9FEC-4194-B1D7-DEF4C8BFC4DB}" dt="2026-10-04T19:37:28.998" v="72" actId="1076"/>
        <pc:sldMkLst>
          <pc:docMk/>
          <pc:sldMk cId="417667853" sldId="261"/>
        </pc:sldMkLst>
        <pc:picChg chg="add mod">
          <ac:chgData name="Prathiksha Ravikumar" userId="5be8ad3856addc8f" providerId="LiveId" clId="{7C929654-9FEC-4194-B1D7-DEF4C8BFC4DB}" dt="2026-10-04T19:37:28.998" v="72" actId="1076"/>
          <ac:picMkLst>
            <pc:docMk/>
            <pc:sldMk cId="417667853" sldId="261"/>
            <ac:picMk id="5" creationId="{1286E380-FAD9-11D8-4F40-AF7B891942F4}"/>
          </ac:picMkLst>
        </pc:picChg>
      </pc:sldChg>
      <pc:sldChg chg="addSp modSp mod">
        <pc:chgData name="Prathiksha Ravikumar" userId="5be8ad3856addc8f" providerId="LiveId" clId="{7C929654-9FEC-4194-B1D7-DEF4C8BFC4DB}" dt="2026-10-04T19:37:44.668" v="75" actId="1076"/>
        <pc:sldMkLst>
          <pc:docMk/>
          <pc:sldMk cId="3085346859" sldId="262"/>
        </pc:sldMkLst>
        <pc:picChg chg="add mod">
          <ac:chgData name="Prathiksha Ravikumar" userId="5be8ad3856addc8f" providerId="LiveId" clId="{7C929654-9FEC-4194-B1D7-DEF4C8BFC4DB}" dt="2026-10-04T19:37:44.668" v="75" actId="1076"/>
          <ac:picMkLst>
            <pc:docMk/>
            <pc:sldMk cId="3085346859" sldId="262"/>
            <ac:picMk id="5" creationId="{0E47BC2F-7395-E034-66DA-54587EDB3FBD}"/>
          </ac:picMkLst>
        </pc:picChg>
      </pc:sldChg>
      <pc:sldChg chg="new del">
        <pc:chgData name="Prathiksha Ravikumar" userId="5be8ad3856addc8f" providerId="LiveId" clId="{7C929654-9FEC-4194-B1D7-DEF4C8BFC4DB}" dt="2026-10-04T19:33:57.898" v="36" actId="47"/>
        <pc:sldMkLst>
          <pc:docMk/>
          <pc:sldMk cId="2019290681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42B4-CFE9-457D-A4F9-52C55F606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C5B585-00D4-4344-A90B-59E9C405D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FF9B3-C296-48E7-BDB8-6A12FD22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8A8E3-F8BB-4004-89A7-6B7FCBBEE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2CB68-27A0-4BE6-B963-2D3792A6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78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2F2FF-9213-4087-900C-A58796697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5FA73-CDBF-48B6-B003-7412F976C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C476C-14E9-4543-AB5A-DC0C7D3E0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2629E-58CE-4CCD-9D56-E5CC4137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D3026-00BE-42E8-BBF0-6FD7311DD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35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EA79-A7E6-4D2E-890A-5F1216FF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88324-6EE4-4FC2-820B-CCCBE301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666B4-8498-43DC-952E-ED0A4310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11DB2-3D99-43CA-8981-FFEE4546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993AD-8A72-40FA-9235-64C1DB6B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06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A225D-DE05-45C3-9DB5-CB5891EF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90D7-E065-432A-BAA8-6301599F1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9AE91-3AD8-4A99-8001-B57D61B62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C9D20-1CC2-404C-98BD-EDE097E25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150DB-3EF1-4CAB-96B4-C6A4BF994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78E9D-A356-4DA6-84A1-4AEF0B58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03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CEA9-B50C-42E3-97A0-C0BE7807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5F4B37-ADB5-4F8A-8D17-711A0CC45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A64C0-0574-4469-A530-53CC635B6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E1330-31EE-4598-8398-280C9007E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24DCE-C103-45AE-A241-E3CEBED81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35CDF-66A5-412D-A346-48158B6B8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0EC5C3-02A0-41BC-AFA8-585FF256C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20B105-6C88-40E5-BB9D-58F8561B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371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7463-6E32-4E48-92FB-223862147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337C38-5519-44BB-BE3E-72866BE7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7ABDA-F838-4355-984F-B828EA922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E3C3C-4B66-41CF-B7DE-B2812BAC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411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86C26-A454-4260-AB68-84CE0E12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C2929-7A9D-4DCF-BE6C-D1BB2B7A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58EFF-7037-42B5-9997-001B1F3C9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689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47ABD-32A1-4F73-BCD9-050715397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8AE3B-7CA7-4B37-B200-6EA9A4123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473E9-EDA5-4F2C-84AF-4A40CDD1D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3D472-123E-4111-9D51-1961D52F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6911C-A8EA-4CC8-8FA5-DD2C377F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1F90D-8977-4197-966A-83661C10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604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8BE2-5527-498F-BE82-8C3CEB381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325851-62E1-48E6-BFD9-796B8EC32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BF42B-32A2-42F5-B88B-C024A5A46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5446-B4F4-45CC-BD8B-819D9E70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82A8C-7375-4810-9304-D504BF9A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5275E-16E5-4013-BDD7-58DFC7DF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821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75A6-894B-4E8D-8128-70EB555B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65879-39E2-4EA7-9D68-10C8908A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D7CA1-C942-43FA-AA08-8831B937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C955B-4373-4745-BED1-C5E116CE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C9F50-306B-445F-A269-76B2BEDA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308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2B0BD2-DC5A-47A4-B4D6-9E6A857EE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F8DF8-23CF-4613-998D-2743903CE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54FE4-E46B-45A8-A8B0-0265D5BB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107E9-8BAB-4B58-B56E-A660E319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AC483-64A9-498F-A2EC-81E4AA37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52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09479-6F60-4B7C-926C-F139A8C5A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4F8ED-7256-429C-A68E-9ECD25748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6AEE2-DF45-4DDE-9EF9-BD42AE58C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F7F8C-2920-4E03-B245-1877B9A711C9}" type="datetimeFigureOut">
              <a:rPr lang="en-IN" smtClean="0"/>
              <a:t>5-10-26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C01ED-53CB-452F-81D4-7C6CA2C50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8CBC4-5D81-4653-86BD-9149CAE58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A80DD-3A7A-49D2-94F4-80FB4A1EE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92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B153D24-7772-087A-7353-A799C18F8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-1130300"/>
            <a:ext cx="12420600" cy="82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1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63BBE-D3F7-478C-9C5F-7F7E19111B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159C5-B448-4C3E-8C2D-3A90E8BAFF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3F383-010A-DC11-100D-6C774D557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178" y="-406024"/>
            <a:ext cx="12570356" cy="767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7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DFAE-0A69-4870-BBE8-67CCE15C6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EXISTING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8D7B7-5150-4879-9825-1C942A69BC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C776C-44BB-DEBA-F648-F3B2E30C8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-1282700"/>
            <a:ext cx="13220700" cy="881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3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A1E3-7832-4943-B36B-824567748B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7A90E-9766-4FF8-A04E-1EA7D8E37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E9688-39FD-DB9A-272F-5A2243709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450" y="-576262"/>
            <a:ext cx="12534900" cy="835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4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75B41-D31E-4D58-BF48-FF3D1CD721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ADVANTAGE OF YOUR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63B67-0E26-497C-8918-7B2EDFC8AD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47BC6-6B25-BF93-D974-154839372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00" y="-1039812"/>
            <a:ext cx="13049250" cy="869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07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BB10-274F-482F-8652-E8CAD73359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APPLICATION SCREENSHOTS(4)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740A9-D971-407B-94A9-A2E3F21A4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6E380-FAD9-11D8-4F40-AF7B89194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0" y="-719667"/>
            <a:ext cx="12446000" cy="829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FD1A-419C-4FD0-A078-2610B9B60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CE753-9353-4904-BF56-90141D190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47BC2F-7395-E034-66DA-54587EDB3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975" y="-317500"/>
            <a:ext cx="12553950" cy="836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46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ABSTRACT</vt:lpstr>
      <vt:lpstr>EXISTING SYSTEM</vt:lpstr>
      <vt:lpstr>PROPOSED SYSTEM</vt:lpstr>
      <vt:lpstr>ADVANTAGE OF YOUR APPLICATION</vt:lpstr>
      <vt:lpstr>APPLICATION SCREENSHOTS(4)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MANJUPRIYA ANAND</dc:creator>
  <cp:lastModifiedBy>Prathiksha Ravikumar</cp:lastModifiedBy>
  <cp:revision>1</cp:revision>
  <dcterms:created xsi:type="dcterms:W3CDTF">2026-10-02T13:52:44Z</dcterms:created>
  <dcterms:modified xsi:type="dcterms:W3CDTF">2026-10-04T19:38:46Z</dcterms:modified>
</cp:coreProperties>
</file>